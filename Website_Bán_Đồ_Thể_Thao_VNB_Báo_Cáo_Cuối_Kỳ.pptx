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462500" cy="9753600"/>
  <p:notesSz cx="6858000" cy="9144000"/>
  <p:embeddedFontLst>
    <p:embeddedFont>
      <p:font typeface="DejaVu Serif Bold" panose="020B0604020202020204" charset="0"/>
      <p:regular r:id="rId16"/>
    </p:embeddedFont>
    <p:embeddedFont>
      <p:font typeface="Noto Sans" panose="020B05020402040202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804" y="5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27974" y="2964140"/>
            <a:ext cx="17006551" cy="1972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30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ĐỀ TÀI</a:t>
            </a:r>
          </a:p>
          <a:p>
            <a:pPr algn="ctr">
              <a:lnSpc>
                <a:spcPts val="8119"/>
              </a:lnSpc>
            </a:pPr>
            <a:r>
              <a:rPr lang="en-US" sz="45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XÂY DỰNG WEBSITE BÁN ĐỒ THỂ THAO VNB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2338" y="6024296"/>
            <a:ext cx="7332187" cy="2269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Sinh </a:t>
            </a: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viên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thực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hiện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:</a:t>
            </a:r>
          </a:p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Trương Hoàng Giang - 110122066</a:t>
            </a:r>
          </a:p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Liễu </a:t>
            </a:r>
            <a:r>
              <a:rPr lang="en-US" sz="32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Kiện</a:t>
            </a: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An - 110122028</a:t>
            </a:r>
          </a:p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Trương </a:t>
            </a:r>
            <a:r>
              <a:rPr lang="en-US" sz="32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Mỹ</a:t>
            </a: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Duyên - 110122064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1243" y="6105239"/>
            <a:ext cx="6148920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Giảng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viên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hướng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32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dẫn</a:t>
            </a:r>
            <a:r>
              <a:rPr lang="en-US" sz="32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:</a:t>
            </a:r>
          </a:p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Phạm Thị Trúc Mai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38D197D6-FEF2-312B-A7A0-1043B3E18E19}"/>
              </a:ext>
            </a:extLst>
          </p:cNvPr>
          <p:cNvSpPr/>
          <p:nvPr/>
        </p:nvSpPr>
        <p:spPr>
          <a:xfrm>
            <a:off x="577850" y="325867"/>
            <a:ext cx="1587462" cy="1558211"/>
          </a:xfrm>
          <a:custGeom>
            <a:avLst/>
            <a:gdLst/>
            <a:ahLst/>
            <a:cxnLst/>
            <a:rect l="l" t="t" r="r" b="b"/>
            <a:pathLst>
              <a:path w="2185270" h="2185270">
                <a:moveTo>
                  <a:pt x="0" y="0"/>
                </a:moveTo>
                <a:lnTo>
                  <a:pt x="2185270" y="0"/>
                </a:lnTo>
                <a:lnTo>
                  <a:pt x="2185270" y="2185270"/>
                </a:lnTo>
                <a:lnTo>
                  <a:pt x="0" y="2185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9DF1639-4AF5-440E-7572-A12352846706}"/>
              </a:ext>
            </a:extLst>
          </p:cNvPr>
          <p:cNvSpPr txBox="1">
            <a:spLocks/>
          </p:cNvSpPr>
          <p:nvPr/>
        </p:nvSpPr>
        <p:spPr>
          <a:xfrm>
            <a:off x="5103763" y="340117"/>
            <a:ext cx="7254974" cy="1558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TRÀ VINH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 Vinh university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KỸ THUẬT VÀ CÔNG NGHỆ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KẾT THÚC MÔN: PHÁT TRIỂN ỨNG DỤNG WEB VỚI MÃ NGUỒN MỞ</a:t>
            </a:r>
            <a:b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KỲ I, NĂM HỌC 202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202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93490" y="873061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0D720F6-CF6E-ECD3-E598-9B0E579906CB}"/>
              </a:ext>
            </a:extLst>
          </p:cNvPr>
          <p:cNvSpPr txBox="1"/>
          <p:nvPr/>
        </p:nvSpPr>
        <p:spPr>
          <a:xfrm>
            <a:off x="227974" y="2945382"/>
            <a:ext cx="17006551" cy="1956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45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CẢM ƠN </a:t>
            </a:r>
            <a:r>
              <a:rPr lang="en-US" sz="4500" b="1" dirty="0" err="1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ƠN</a:t>
            </a:r>
            <a:r>
              <a:rPr lang="en-US" sz="45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THẦY CÔ VÀ </a:t>
            </a:r>
          </a:p>
          <a:p>
            <a:pPr algn="ctr">
              <a:lnSpc>
                <a:spcPts val="8119"/>
              </a:lnSpc>
            </a:pPr>
            <a:r>
              <a:rPr lang="en-US" sz="4500" b="1" dirty="0">
                <a:solidFill>
                  <a:srgbClr val="14385D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CÁC BẠN ĐÃ LẮNG NGHE!</a:t>
            </a:r>
          </a:p>
        </p:txBody>
      </p:sp>
    </p:spTree>
    <p:extLst>
      <p:ext uri="{BB962C8B-B14F-4D97-AF65-F5344CB8AC3E}">
        <p14:creationId xmlns:p14="http://schemas.microsoft.com/office/powerpoint/2010/main" val="207861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113</Words>
  <Application>Microsoft Office PowerPoint</Application>
  <PresentationFormat>Custom</PresentationFormat>
  <Paragraphs>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DejaVu Serif Bold</vt:lpstr>
      <vt:lpstr>Times New Roman</vt:lpstr>
      <vt:lpstr>Noto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Website_Bán_Đồ_Thể_Thao_VNB_Báo_Cáo_Cuối_Kỳ.pdf</dc:title>
  <dc:creator>ADMIN</dc:creator>
  <cp:lastModifiedBy>Truong My Duyen</cp:lastModifiedBy>
  <cp:revision>2</cp:revision>
  <dcterms:created xsi:type="dcterms:W3CDTF">2006-08-16T00:00:00Z</dcterms:created>
  <dcterms:modified xsi:type="dcterms:W3CDTF">2026-01-08T18:25:41Z</dcterms:modified>
  <dc:identifier>DAG92WGZrr8</dc:identifier>
</cp:coreProperties>
</file>